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D80CD61-BEF0-46A4-8572-1F175C6D0CC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Blank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C3BB112-62C8-4A40-9E42-AD99C2680B8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20/06/26 5:28:24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11E333E3-176A-4A56-9F39-BE8AE2F736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666"/>
            <a:ext cx="12192000" cy="618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2026-06-20T11:58:24Z</dcterms:created>
  <dcterms:modified xsi:type="dcterms:W3CDTF">2026-06-20T11:58:24Z</dcterms:modified>
</cp:coreProperties>
</file>